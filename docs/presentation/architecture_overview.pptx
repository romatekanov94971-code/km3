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rial"/>
              </a:defRPr>
            </a:pPr>
            <a:r>
              <a:t>Energy System: финальная архитектура после review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Исправлены новые и старые замечания ревью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FastAPI startup переведен на lifespan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DTO CalculationRequest отделена от доменной CalculationInput через mapper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AuditEvent обновляется через dataclasses.replace()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SessionManager: cleanup() + _cleanup_unsafe()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Нет global _LOGGER; используется logging.getLogger cache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GUI не показывает серверный путь экспортированных файлов</a:t>
            </a:r>
          </a:p>
        </p:txBody>
      </p:sp>
      <p:pic>
        <p:nvPicPr>
          <p:cNvPr id="5" name="Picture 4" descr="components_revie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486400" cy="1197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rial"/>
              </a:defRPr>
            </a:pPr>
            <a:r>
              <a:t>Сводка исправлений review v2</a:t>
            </a:r>
          </a:p>
        </p:txBody>
      </p:sp>
      <p:pic>
        <p:nvPicPr>
          <p:cNvPr id="3" name="Picture 2" descr="review_v2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607040" cy="11144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rial"/>
              </a:defRPr>
            </a:pPr>
            <a:r>
              <a:t>Обновленная компонентная схема</a:t>
            </a:r>
          </a:p>
        </p:txBody>
      </p:sp>
      <p:pic>
        <p:nvPicPr>
          <p:cNvPr id="3" name="Picture 2" descr="components_revie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23946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rial"/>
              </a:defRPr>
            </a:pPr>
            <a:r>
              <a:t>Безопасность и поддерживаемость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200">
                <a:latin typeface="Arial"/>
              </a:defRPr>
            </a:pPr>
            <a:r>
              <a:t>Пароли не захардкожены и не логируются.</a:t>
            </a:r>
          </a:p>
          <a:p>
            <a:pPr>
              <a:spcAft>
                <a:spcPts val="700"/>
              </a:spcAft>
              <a:defRPr sz="2200">
                <a:latin typeface="Arial"/>
              </a:defRPr>
            </a:pPr>
            <a:r>
              <a:t>Аудит пишется через единую модель AuditEvent.</a:t>
            </a:r>
          </a:p>
          <a:p>
            <a:pPr>
              <a:spcAft>
                <a:spcPts val="700"/>
              </a:spcAft>
              <a:defRPr sz="2200">
                <a:latin typeface="Arial"/>
              </a:defRPr>
            </a:pPr>
            <a:r>
              <a:t>Rate limit явно документирован как per-process.</a:t>
            </a:r>
          </a:p>
          <a:p>
            <a:pPr>
              <a:spcAft>
                <a:spcPts val="700"/>
              </a:spcAft>
              <a:defRPr sz="2200">
                <a:latin typeface="Arial"/>
              </a:defRPr>
            </a:pPr>
            <a:r>
              <a:t>Публичные модули имеют __all__.</a:t>
            </a:r>
          </a:p>
          <a:p>
            <a:pPr>
              <a:spcAft>
                <a:spcPts val="700"/>
              </a:spcAft>
              <a:defRPr sz="2200">
                <a:latin typeface="Arial"/>
              </a:defRPr>
            </a:pPr>
            <a:r>
              <a:t>pyproject.toml настраивает pytest.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300">
                <a:latin typeface="Arial"/>
              </a:defRPr>
            </a:pPr>
            <a:r>
              <a:t>PYTHONPATH=. pytest -q</a:t>
            </a:r>
          </a:p>
          <a:p>
            <a:pPr>
              <a:spcAft>
                <a:spcPts val="700"/>
              </a:spcAft>
              <a:defRPr sz="2300">
                <a:latin typeface="Arial"/>
              </a:defRPr>
            </a:pPr>
            <a:r>
              <a:t>Результат: 30 passed</a:t>
            </a:r>
          </a:p>
          <a:p>
            <a:pPr>
              <a:spcAft>
                <a:spcPts val="700"/>
              </a:spcAft>
              <a:defRPr sz="2300">
                <a:latin typeface="Arial"/>
              </a:defRPr>
            </a:pPr>
            <a:r>
              <a:t>Проверено отсутствие deprecated on_event, global _LOGGER, payload.to_input(), result['path'] в GUI.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