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Программный комплекс оценки эффективности энергооборудования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5A5A"/>
                </a:solidFill>
                <a:latin typeface="Arial"/>
              </a:defRPr>
            </a:pPr>
            <a:r>
              <a:t>Итоговая архитектура по каждому пункту технического задания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PyQt6-клиент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FastAPI-сервер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Расчетное ядро и оркестратор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SQLite-хранение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Аутентификация, роли, аудит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UML + демонстрация + тесты</a:t>
            </a:r>
          </a:p>
        </p:txBody>
      </p:sp>
      <p:pic>
        <p:nvPicPr>
          <p:cNvPr id="5" name="Picture 4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5760720" cy="12074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Назначение и сценарии использования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557784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Оперативный расчет режимов работы ТЭС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Учет нагрузки, блоков, температуры, влажности, направления и скорости ветра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Оптимизация количества блоков и разрежения в конденсаторе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Визуализация теплоотводящей способности от температуры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Экспорт результатов и 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234440"/>
            <a:ext cx="49377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Пользователь: расчет, графики, экспорт, смена пароля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Администратор: пользователи, роли, политика безопасности, аудит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t>Все административные действия логируются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Компонентная архитектура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22998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Расчетное ядро и выходные показатели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Вход: нагрузка ТЭС, число блоков, номинальная мощность и КПД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Внешние факторы: температура, влажность, скорость и направление ветра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Расчет: КПД блока, КПД ТЭС брутто/нетто, собственные нужды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Оптимизация: блоки и разрежение в конденсаторе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Тесты расчетного ядра находятся в tests/test_calculation.py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Аутентификация, роли и администрирование</a:t>
            </a:r>
          </a:p>
        </p:txBody>
      </p:sp>
      <p:pic>
        <p:nvPicPr>
          <p:cNvPr id="3" name="Picture 2" descr="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21859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897880"/>
            <a:ext cx="10789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400">
                <a:latin typeface="Arial"/>
              </a:defRPr>
            </a:pPr>
            <a:r>
              <a:t>Параметры политики настраиваются через ENERGY_AUTH_*; администратор видит их в GUI.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Аудит и логирование</a:t>
            </a:r>
          </a:p>
        </p:txBody>
      </p:sp>
      <p:pic>
        <p:nvPicPr>
          <p:cNvPr id="3" name="Picture 2" descr="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3537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Интеграционные потоки и безопасность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Идентификация сторон: сессионный токен и роль пользователя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Подтверждение приема: HTTP-коды, JSON-ответы, history_id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Целостность: Pydantic-валидация API и валидаторы расчетного ядра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Конфиденциальность: пароли PBKDF2, чувствительные заголовки маскируются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Для сети поддержан HTTPS через ENERGY_API_SSL_CERTFILE/KEYFILE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Доступность: rate limit ENERGY_RATE_LIMIT_PER_MINUTE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Среда функционирования и развертывание</a:t>
            </a:r>
          </a:p>
        </p:txBody>
      </p:sp>
      <p:pic>
        <p:nvPicPr>
          <p:cNvPr id="3" name="Picture 2" descr="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26385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Подсистемы и модули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789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client — PyQt6 GUI</a:t>
            </a:r>
          </a:p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server — FastAPI, маршруты, rate limit</a:t>
            </a:r>
          </a:p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auth — пользователи, пароли, сессии, роли</a:t>
            </a:r>
          </a:p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calculation — формулы, ядро, оптимизация, оркестратор</a:t>
            </a:r>
          </a:p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storage — SQLite и репозитории</a:t>
            </a:r>
          </a:p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audit — журнал, ротация, удаленная отправка</a:t>
            </a:r>
          </a:p>
          <a:p>
            <a:pPr>
              <a:spcAft>
                <a:spcPts val="700"/>
              </a:spcAft>
              <a:defRPr sz="2100">
                <a:latin typeface="Arial"/>
              </a:defRPr>
            </a:pPr>
            <a:r>
              <a:t>reporting — CSV/PPTX/графики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Ограничения и указания по применению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789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Локальный учебный режим: 127.0.0.1:8000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Для сетевого развертывания включить HTTPS-сертификаты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Модель разрежения в конденсаторе учебная; для промышленного расчета нужны паспортные характеристики оборудования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Аудит не хранит пароли и персональные данные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Глубина хранения и детализация аудита настраиваются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Проверка и 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789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Тесты: 18 passed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Сценарий демонстрации: docs/DEMO_SCRIPT.md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Детальный чек-лист ТЗ: docs/TZ_CHECKLIST.md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UML-диаграммы: docs/uml/*.puml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Запуск API: python main.py api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Запуск GUI: python main.py gui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