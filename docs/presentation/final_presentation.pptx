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39150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9144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</a:rPr>
              <a:t>Energy System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563EB"/>
                </a:solidFill>
              </a:rPr>
              <a:t>Программный комплекс оценки эффективности энергооборудования ТЭС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12648" y="1509437"/>
            <a:ext cx="6035040" cy="2148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 PyQt6 + сервер FastAPI + SQLite WAL</a:t>
            </a:r>
            <a:endParaRPr lang="en-US" sz="1700" dirty="0"/>
          </a:p>
          <a:p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Расчёт режимов работы, КПД, топлива и оптимального разрежения</a:t>
            </a:r>
            <a:endParaRPr lang="en-US" sz="1700" dirty="0"/>
          </a:p>
          <a:p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Графики с расчётным следом каждой точки</a:t>
            </a:r>
            <a:endParaRPr lang="en-US" sz="1700" dirty="0"/>
          </a:p>
          <a:p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Роли, аудит, история и экспорт CSV/PPTX</a:t>
            </a:r>
            <a:endParaRPr lang="en-US" sz="1700" dirty="0"/>
          </a:p>
        </p:txBody>
      </p:sp>
      <p:pic>
        <p:nvPicPr>
          <p:cNvPr id="5" name="Image 0" descr="/mnt/data/final_submission_work/energy_system_final_user_readme/docs/uml_png/component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7570" y="2583857"/>
            <a:ext cx="6461782" cy="298917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8288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</a:t>
            </a: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b="1" dirty="0" err="1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проекта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11480" y="1298448"/>
            <a:ext cx="11247120" cy="40965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Оперативный расчёт режимов работы энергообъекта с учётом нагрузки, числа блоков и внешних факторов.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Определение оптимального разрежения в конденсаторе турбины.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Визуализация зависимости теплоотводящей способности от температуры наружного воздуха.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Вывод энергетических показателей: нагрузка на блок, КПД блока, КПД ТЭС брутто/нетто, собственные нужды, удельный расход топлива.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17830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Сценарии использования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87325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Пользовательские и административные возможности</a:t>
            </a:r>
            <a:endParaRPr lang="en-US" sz="1150" dirty="0"/>
          </a:p>
        </p:txBody>
      </p:sp>
      <p:pic>
        <p:nvPicPr>
          <p:cNvPr id="4" name="Image 0" descr="/mnt/data/final_submission_work/energy_system_final_user_readme/docs/uml_png/use_c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312" y="1143000"/>
            <a:ext cx="4473790" cy="500966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Компонентная архитектура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22719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Клиент, сервер, расчётное ядро, аудит и хранение данных</a:t>
            </a:r>
            <a:endParaRPr lang="en-US" sz="1150" dirty="0"/>
          </a:p>
        </p:txBody>
      </p:sp>
      <p:pic>
        <p:nvPicPr>
          <p:cNvPr id="4" name="Image 0" descr="/mnt/data/final_submission_work/energy_system_final_user_readme/docs/uml_png/component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20140"/>
            <a:ext cx="11464785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Развёртывание и интеграционные потоки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18468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Локальный запуск, HTTP/JSON API, SQLite и файлы экспорта</a:t>
            </a:r>
            <a:endParaRPr lang="en-US" sz="1150" dirty="0"/>
          </a:p>
        </p:txBody>
      </p:sp>
      <p:pic>
        <p:nvPicPr>
          <p:cNvPr id="4" name="Image 0" descr="/mnt/data/final_submission_work/energy_system_final_user_readme/docs/uml_png/deployment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235467"/>
            <a:ext cx="11155680" cy="29357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Графический интерфейс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1166821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Функции, доступные из PyQt6-приложения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164592"/>
            <a:ext cx="9993429" cy="4389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Главное окно разделено на блоки: нагрузка и оборудование, внешние условия, дополнительные параметры.</a:t>
            </a:r>
            <a:endParaRPr lang="en-US" sz="1700" dirty="0"/>
          </a:p>
          <a:p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Есть явный выбор режима работы: авто, зимний, летний.</a:t>
            </a:r>
            <a:endParaRPr lang="en-US" sz="1700" dirty="0"/>
          </a:p>
          <a:p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Отдельные окна: результаты, графики, история, аудит, политика безопасности.</a:t>
            </a:r>
            <a:endParaRPr lang="en-US" sz="1700" dirty="0"/>
          </a:p>
          <a:p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Графики показывают легенды линий и расчётный след выбранной точки.</a:t>
            </a:r>
            <a:endParaRPr lang="en-US" sz="1700" dirty="0"/>
          </a:p>
          <a:p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Интерфейс оформлен единым стилем с фиксированными цветами текста.</a:t>
            </a:r>
            <a:endParaRPr lang="en-US" sz="1700" dirty="0"/>
          </a:p>
        </p:txBody>
      </p:sp>
      <p:pic>
        <p:nvPicPr>
          <p:cNvPr id="5" name="Image 0" descr="/mnt/data/final_submission_work/energy_system_final_user_readme/docs/uml_png/graph_audit_tr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029" y="3948763"/>
            <a:ext cx="11019461" cy="6145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Сценарий расчёта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2325366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Путь данных от ввода параметров до сохранения результата</a:t>
            </a:r>
            <a:endParaRPr lang="en-US" sz="1150" dirty="0"/>
          </a:p>
        </p:txBody>
      </p:sp>
      <p:pic>
        <p:nvPicPr>
          <p:cNvPr id="4" name="Image 0" descr="/mnt/data/final_submission_work/energy_system_final_user_readme/docs/uml_png/sequence_calcu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736846"/>
            <a:ext cx="11384280" cy="21158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Аутентификация и сессии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2109576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Вход, сессия и регистрация события аудита</a:t>
            </a:r>
            <a:endParaRPr lang="en-US" sz="1150" dirty="0"/>
          </a:p>
        </p:txBody>
      </p:sp>
      <p:pic>
        <p:nvPicPr>
          <p:cNvPr id="4" name="Image 0" descr="/mnt/data/final_submission_work/energy_system_final_user_readme/docs/uml_png/sequence_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589636"/>
            <a:ext cx="11201400" cy="231880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Ключевые классы и интерфейсы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2412867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Расчёт, роли, аудит и GUI</a:t>
            </a:r>
            <a:endParaRPr lang="en-US" sz="1150" dirty="0"/>
          </a:p>
        </p:txBody>
      </p:sp>
      <p:pic>
        <p:nvPicPr>
          <p:cNvPr id="4" name="Image 0" descr="/mnt/data/final_submission_work/energy_system_final_user_readme/docs/uml_png/class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732907"/>
            <a:ext cx="11155680" cy="198654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Безопасность и роли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9372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Требования к парольной аутентификации и разграничению доступа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1225296"/>
            <a:ext cx="10789920" cy="3840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Пароли вводятся скрыто и проверяются по политике сложности.</a:t>
            </a:r>
            <a:endParaRPr lang="en-US" sz="1800" dirty="0"/>
          </a:p>
          <a:p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 трёх неудачных попыток учётная запись блокируется на 15 минут.</a:t>
            </a:r>
            <a:endParaRPr lang="en-US" sz="1800" dirty="0"/>
          </a:p>
          <a:p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Первичный пароль администратора задаётся через переменную окружения или генерируется в отдельный файл.</a:t>
            </a:r>
            <a:endParaRPr lang="en-US" sz="1800" dirty="0"/>
          </a:p>
          <a:p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системе есть роли user/admin; административные функции доступны только администратору.</a:t>
            </a:r>
            <a:endParaRPr lang="en-US" sz="1800" dirty="0"/>
          </a:p>
          <a:p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API-запросы и значимые действия фиксируются в журнале аудита без записи паролей.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" y="54406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</a:rPr>
              <a:t>Администратор: пользователи, роли, политика, аудит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263640" y="54406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A34A"/>
                </a:solidFill>
              </a:rPr>
              <a:t>Пользователь: расчёт, графики, история, экспорт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Аудит графиков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905497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доказать, что точка графика посчитана, а не взята “из головы”</a:t>
            </a:r>
            <a:endParaRPr lang="en-US" sz="1150" dirty="0"/>
          </a:p>
        </p:txBody>
      </p:sp>
      <p:pic>
        <p:nvPicPr>
          <p:cNvPr id="4" name="Image 0" descr="/mnt/data/final_submission_work/energy_system_final_user_readme/docs/uml_png/graph_audit_tr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025334"/>
            <a:ext cx="11113481" cy="61981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84159" y="461772"/>
            <a:ext cx="10344261" cy="4389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Каждая точка графика содержит calculation_trace.</a:t>
            </a:r>
            <a:endParaRPr lang="en-US" sz="1700" dirty="0"/>
          </a:p>
          <a:p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 хранит исходные данные, применённый режим, формулы, подстановку и коэффициенты.</a:t>
            </a:r>
            <a:endParaRPr lang="en-US" sz="1700" dirty="0"/>
          </a:p>
          <a:p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GUI есть отдельная вкладка “Аудит графиков” со сводным графиком и таблицей точек.</a:t>
            </a:r>
            <a:endParaRPr lang="en-US" sz="1700" dirty="0"/>
          </a:p>
          <a:p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Выбранную точку можно раскрыть и скопировать как текстовое объяснение расчёта.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400" b="1" dirty="0">
                <a:solidFill>
                  <a:srgbClr val="0F172A"/>
                </a:solidFill>
                <a:latin typeface="Arial" pitchFamily="34" charset="0"/>
                <a:cs typeface="Arial" pitchFamily="34" charset="-120"/>
              </a:rPr>
              <a:t>Итог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973836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лежит в итоговом архиве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789920" cy="4114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Исходный код приложения: app/, main.py, requirements.txt, pyproject.toml.</a:t>
            </a:r>
            <a:endParaRPr lang="en-US" sz="1800" dirty="0"/>
          </a:p>
          <a:p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README.md — </a:t>
            </a:r>
            <a:r>
              <a:rPr lang="en-US" sz="1800" dirty="0" err="1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руководство</a:t>
            </a:r>
            <a:r>
              <a:rPr lang="ru-RU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для пользователя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0C0A3D2-3F0D-4256-BE9D-2EA12290CE85}"/>
              </a:ext>
            </a:extLst>
          </p:cNvPr>
          <p:cNvSpPr/>
          <p:nvPr/>
        </p:nvSpPr>
        <p:spPr>
          <a:xfrm>
            <a:off x="4024884" y="3177540"/>
            <a:ext cx="4142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3200" dirty="0"/>
              <a:t>Спасибо за внимание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250985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433</Words>
  <Application>Microsoft Office PowerPoint</Application>
  <PresentationFormat>Широкоэкранный</PresentationFormat>
  <Paragraphs>62</Paragraphs>
  <Slides>13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Study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Energy System — итоговая презентация</dc:title>
  <dc:subject>Итоговая презентация проекта</dc:subject>
  <dc:creator>Energy System</dc:creator>
  <cp:lastModifiedBy>Kiyotaka Ayanokouji</cp:lastModifiedBy>
  <cp:revision>3</cp:revision>
  <dcterms:created xsi:type="dcterms:W3CDTF">2026-05-06T19:08:28Z</dcterms:created>
  <dcterms:modified xsi:type="dcterms:W3CDTF">2026-05-06T20:05:55Z</dcterms:modified>
</cp:coreProperties>
</file>