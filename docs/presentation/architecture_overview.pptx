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Energy System: финальная архитектура после review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Исправлены новые и старые замечания ревью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FastAPI startup переведен на lifespan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DTO CalculationRequest отделена от доменной CalculationInput через mapper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AuditEvent обновляется через dataclasses.replace()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SessionManager: cleanup() + _cleanup_unsafe()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Нет global _LOGGER; используется logging.getLogger cache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GUI не показывает серверный путь экспортированных файлов</a:t>
            </a:r>
          </a:p>
        </p:txBody>
      </p:sp>
      <p:pic>
        <p:nvPicPr>
          <p:cNvPr id="5" name="Picture 4" descr="components_review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11973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Сводка исправлений review v2</a:t>
            </a:r>
          </a:p>
        </p:txBody>
      </p:sp>
      <p:pic>
        <p:nvPicPr>
          <p:cNvPr id="3" name="Picture 2" descr="review_v2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607040" cy="111449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Обновленная компонентная схема</a:t>
            </a:r>
          </a:p>
        </p:txBody>
      </p:sp>
      <p:pic>
        <p:nvPicPr>
          <p:cNvPr id="3" name="Picture 2" descr="components_review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23946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Безопасность и поддерживаемость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Пароли не захардкожены и не логируются.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Аудит пишется через единую модель AuditEvent.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Rate limit явно документирован как per-process.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Публичные модули имеют __all__.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pyproject.toml настраивает pytest.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Проверка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300">
                <a:latin typeface="Arial"/>
              </a:defRPr>
            </a:pPr>
            <a:r>
              <a:t>PYTHONPATH=. pytest -q</a:t>
            </a:r>
          </a:p>
          <a:p>
            <a:pPr>
              <a:spcAft>
                <a:spcPts val="700"/>
              </a:spcAft>
              <a:defRPr sz="2300">
                <a:latin typeface="Arial"/>
              </a:defRPr>
            </a:pPr>
            <a:r>
              <a:t>Результат: 30 passed</a:t>
            </a:r>
          </a:p>
          <a:p>
            <a:pPr>
              <a:spcAft>
                <a:spcPts val="700"/>
              </a:spcAft>
              <a:defRPr sz="2300">
                <a:latin typeface="Arial"/>
              </a:defRPr>
            </a:pPr>
            <a:r>
              <a:t>Проверено отсутствие deprecated on_event, global _LOGGER, payload.to_input(), result['path'] в GUI.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Сетевые порты и протоколы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Явное описание интеграционных потоков по п. 4.2 ТЗ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113842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600200"/>
                <a:gridCol w="2788920"/>
                <a:gridCol w="2331720"/>
                <a:gridCol w="2560320"/>
              </a:tblGrid>
              <a:tr h="777240"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Поток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Порт/путь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Протокол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Назначение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Ограничение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PyQt6 GUI → 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HTTP/JSON локально; HTTPS/JSON для сети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Auth, calc, audit, 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Для сети задать TLS cert/key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FastAPI → 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data/*.sqlite3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SQLite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users/history/audit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WAL + busy_timeout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FastAPI →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logs/, exports/, data/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File I/O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audit.log, CSV/PPTX, initial admin creds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Ограничить права доступа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FastAPI → Remote 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ENERGY_AUDIT_REMOTE_URL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HTTP(S) POST 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Удалённый сбор событий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Очередь, не блокирует API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Исправления последнего code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Закрыты критические и высокоприоритетные замечания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88136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Whitelist спецсимволов пароля; пробельные символы запрещены.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Remote audit вынесен в неблокирующую очередь с daemon worker.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GUI отправляет logout при закрытии главного окна.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Файловый audit log содержит sequence_number из SQLite.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SQLite включён в WAL-режим; роли переведены на enum UserRole.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ApiClient разделён на Auth/Calc/Audit/Export клиенты.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Pydantic-схема валидирует temp_c на границе API.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Ограничение in-memory SessionManager описано в README/ARCHITECTURE.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Исправления code review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Закрыт новый критический баг и два новых предупреждения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899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AuthenticatedUser.is_admin больше не использует UserRole(str(role)); сравнение выполняется через .value.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AuditEvent.remote_sent удалён как мёртвое поле; актуальное поле — remote_queued.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Logout вынесен в _do_logout(); меню «Выйти» вызывает _do_logout_and_close() явно.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audit_event() декомпозирован на sink-цепочку: SQLiteAuditSink → RemoteQueueAuditSink → FileAuditSink.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AuthService теперь зависит от протокола IUserRepository, а не от конкретного UserRepository.</a:t>
            </a:r>
          </a:p>
          <a:p>
            <a:pPr>
              <a:spcAft>
                <a:spcPts val="600"/>
              </a:spcAft>
              <a:defRPr sz="2000">
                <a:latin typeface="Arial"/>
              </a:defRPr>
            </a:pPr>
            <a:r>
              <a:t>Тесты: 46 passed.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Обновленная архитектура аудита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SRP-улучшение: форматирование события отделено от каналов записи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663440"/>
                <a:gridCol w="3566160"/>
              </a:tblGrid>
              <a:tr h="694944">
                <a:tc>
                  <a:txBody>
                    <a:bodyPr/>
                    <a:lstStyle/>
                    <a:p>
                      <a:pPr>
                        <a:defRPr b="1" sz="1100">
                          <a:latin typeface="Arial"/>
                        </a:defRPr>
                      </a:pPr>
                      <a:r>
                        <a:t>Sink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latin typeface="Arial"/>
                        </a:defRPr>
                      </a:pPr>
                      <a:r>
                        <a:t>Ответственность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latin typeface="Arial"/>
                        </a:defRPr>
                      </a:pPr>
                      <a:r>
                        <a:t>Результат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SQLiteAuditSink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Запись события в 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sequence_number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RemoteQueueAuditSink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Постановка в неблокирующую очередь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remote_queued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FileAuditSink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Запись итогового события в audit.log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JSON с ротацией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audit_event()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Создание AuditEvent и проход по sinks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Arial"/>
                        </a:defRPr>
                      </a:pPr>
                      <a:r>
                        <a:t>event_id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