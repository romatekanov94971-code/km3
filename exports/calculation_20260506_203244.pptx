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Расчет эффективности энергооборудования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Автоматически сформированный отчет программного комплекса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выходные показатели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188720"/>
          <a:ext cx="80467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434340">
                <a:tc>
                  <a:txBody>
                    <a:bodyPr/>
                    <a:lstStyle/>
                    <a:p>
                      <a:r>
                        <a:t>Режим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summer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Нагрузка на энергоблок, МВт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200.000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КПД блока,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35.082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КПД ТЭС брутто,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35.082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Собственные нужды, МВт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26.000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КПД ТЭС нетто,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32.802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Удельный расход топлива, г у.т./кВт·ч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374.976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r>
                        <a:t>Оптимальное разрежение, кПа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Теплоотводящая способность</a:t>
            </a:r>
          </a:p>
        </p:txBody>
      </p:sp>
      <p:pic>
        <p:nvPicPr>
          <p:cNvPr id="3" name="Picture 2" descr="heat_rem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КПД нетто от температуры</a:t>
            </a:r>
          </a:p>
        </p:txBody>
      </p:sp>
      <p:pic>
        <p:nvPicPr>
          <p:cNvPr id="3" name="Picture 2" descr="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